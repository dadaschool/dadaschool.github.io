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택시 요금으로 일차함수를 배웁니다. 요금은 가상의 숫자입니다.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타지 않아도 내는 돈이 기본요금입니다. 1km를 더 갈 때마다 1,000원이 늘어납니다.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1km당 요금 1000이 기울기, 기본요금 4000이 y절편입니다.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3km는 1000×3+4000=7000, 5km는 1000×5+4000=9000입니다.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기울기가 커지면 같은 거리에서 요금이 더 빨리 늘어나 그래프가 더 가파릅니다.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[가상 자료] 일차함수와 택시 요금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중학교 2학년 수학 · 연수 실습용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기본요금과 거리 요금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기본요금 4,000원</a:t>
            </a:r>
          </a:p>
          <a:p>
            <a:r>
              <a:t>1km마다 1,000원 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식으로 나타내기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 = 1000x + 4000</a:t>
            </a:r>
          </a:p>
          <a:p>
            <a:r>
              <a:t>x: 거리(km), y: 요금(원)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계산해 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3km → 7,000원</a:t>
            </a:r>
          </a:p>
          <a:p>
            <a:r>
              <a:t>5km → 9,000원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기울기가 2,000이 되면 그래프는 어떻게 달라질까요?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